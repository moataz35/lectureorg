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media/image2.svg" ContentType="image/svg"/>
  <Override PartName="/ppt/media/image4.svg" ContentType="image/sv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E592F46-ACBE-4217-AF8A-52C3C139188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46766BB-9715-4B59-8BE7-478DFAEC7F0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256EEBC-269F-49D9-8715-646D94B93E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Title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Description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LibreOffice/26.2.6.1$Windows_X86_64 LibreOffice_project/d1ee4fa77ef37aa4cfa80ea6fd156dcae5d60263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2026-09-27T04:41:13Z</dcterms:created>
  <dc:creator/>
  <dc:description>This work is licensed under a Creative Commons Attribution-ShareAlike 3.0 Unported License.
It makes use of the works of Mateus Machado Luna.
SVG pictures were made by Rizmut.</dc:description>
  <dc:language>en-US</dc:language>
  <cp:lastModifiedBy/>
  <dcterms:modified xsi:type="dcterms:W3CDTF">2026-09-27T04:42:35Z</dcterms:modified>
  <cp:revision>2</cp:revision>
  <dc:subject/>
  <dc:title>Blueprint Plans</dc:title>
</cp:coreProperties>
</file>